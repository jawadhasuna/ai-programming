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403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0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96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1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5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2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14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0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13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14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2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ACA43-B9AF-4B2A-9531-EFAD750634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18001-EA40-4206-929E-EB90FC2C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0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2767" y="1122363"/>
            <a:ext cx="9906000" cy="2387600"/>
          </a:xfrm>
        </p:spPr>
        <p:txBody>
          <a:bodyPr/>
          <a:lstStyle/>
          <a:p>
            <a:r>
              <a:rPr lang="en-US" b="1" dirty="0" smtClean="0"/>
              <a:t>DIABETES PREDICTION SYSTEM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JAWAD HASSAN </a:t>
            </a:r>
          </a:p>
          <a:p>
            <a:r>
              <a:rPr lang="en-US" sz="3200" b="1" dirty="0" smtClean="0"/>
              <a:t>2230-0035 </a:t>
            </a:r>
            <a:endParaRPr lang="en-US" sz="3200" b="1" dirty="0"/>
          </a:p>
          <a:p>
            <a:r>
              <a:rPr lang="en-US" sz="3200" b="1" dirty="0" smtClean="0"/>
              <a:t>BS AI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4850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BACKGROUND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r="9805"/>
          <a:stretch/>
        </p:blipFill>
        <p:spPr>
          <a:xfrm>
            <a:off x="2243667" y="1482725"/>
            <a:ext cx="7272867" cy="485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6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TABLE PREDIABETIC &amp; TYPE 2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189" y="1569773"/>
            <a:ext cx="8425211" cy="4361127"/>
          </a:xfrm>
        </p:spPr>
      </p:pic>
    </p:spTree>
    <p:extLst>
      <p:ext uri="{BB962C8B-B14F-4D97-AF65-F5344CB8AC3E}">
        <p14:creationId xmlns:p14="http://schemas.microsoft.com/office/powerpoint/2010/main" val="310784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Exploratory Data Analysis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5591" y="1331114"/>
            <a:ext cx="6560817" cy="535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3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HEAD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93" y="1563688"/>
            <a:ext cx="90330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21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SUMMARY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2534" y="1319531"/>
            <a:ext cx="8590727" cy="490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3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NATURE OF DATA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768 non-null</a:t>
            </a:r>
          </a:p>
          <a:p>
            <a:r>
              <a:rPr lang="en-US" dirty="0" smtClean="0"/>
              <a:t>int64  → 7 columns</a:t>
            </a:r>
          </a:p>
          <a:p>
            <a:r>
              <a:rPr lang="en-US" dirty="0" smtClean="0"/>
              <a:t>float64 → 2 columns</a:t>
            </a:r>
          </a:p>
          <a:p>
            <a:r>
              <a:rPr lang="en-US" dirty="0" smtClean="0"/>
              <a:t>Target variable Outcome is a binary variable</a:t>
            </a:r>
          </a:p>
          <a:p>
            <a:r>
              <a:rPr lang="en-US" dirty="0" smtClean="0"/>
              <a:t>0 -&gt;Non-diabetic (500)</a:t>
            </a:r>
          </a:p>
          <a:p>
            <a:r>
              <a:rPr lang="en-US" dirty="0" smtClean="0"/>
              <a:t>1-&gt;Diabetic (268)</a:t>
            </a:r>
          </a:p>
          <a:p>
            <a:r>
              <a:rPr lang="en-US" dirty="0"/>
              <a:t>P</a:t>
            </a:r>
            <a:r>
              <a:rPr lang="en-US" dirty="0" smtClean="0"/>
              <a:t>roblem is a binary classification task.</a:t>
            </a:r>
          </a:p>
          <a:p>
            <a:r>
              <a:rPr lang="en-US" dirty="0" smtClean="0"/>
              <a:t>Continuous Numerical features + Categorical target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8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CRITICAL CHALLENGES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466" y="1791759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Class Imbalance </a:t>
            </a:r>
          </a:p>
          <a:p>
            <a:r>
              <a:rPr lang="en-US" dirty="0" smtClean="0"/>
              <a:t>Distribution</a:t>
            </a:r>
          </a:p>
          <a:p>
            <a:r>
              <a:rPr lang="en-US" dirty="0" smtClean="0"/>
              <a:t>Class 0 -&gt; 65%</a:t>
            </a:r>
          </a:p>
          <a:p>
            <a:r>
              <a:rPr lang="en-US" dirty="0" smtClean="0"/>
              <a:t>Class 1 </a:t>
            </a:r>
            <a:r>
              <a:rPr lang="en-US" dirty="0" smtClean="0"/>
              <a:t>-&gt; 35%</a:t>
            </a:r>
          </a:p>
          <a:p>
            <a:r>
              <a:rPr lang="en-US" dirty="0" smtClean="0"/>
              <a:t>Model favors majority class</a:t>
            </a:r>
          </a:p>
          <a:p>
            <a:r>
              <a:rPr lang="en-US" dirty="0" smtClean="0"/>
              <a:t>Zero values in medical features (</a:t>
            </a:r>
            <a:r>
              <a:rPr lang="en-US" dirty="0" err="1" smtClean="0"/>
              <a:t>BMI,BP,Glucose</a:t>
            </a:r>
            <a:r>
              <a:rPr lang="en-US" dirty="0" smtClean="0"/>
              <a:t>)</a:t>
            </a:r>
          </a:p>
          <a:p>
            <a:pPr lvl="0"/>
            <a:r>
              <a:rPr lang="en-US" altLang="en-US" dirty="0">
                <a:latin typeface="Arial" panose="020B0604020202020204" pitchFamily="34" charset="0"/>
              </a:rPr>
              <a:t>Insulin = 0 → </a:t>
            </a:r>
            <a:r>
              <a:rPr lang="en-US" altLang="en-US" b="1" dirty="0">
                <a:latin typeface="Arial" panose="020B0604020202020204" pitchFamily="34" charset="0"/>
              </a:rPr>
              <a:t>not physiologically </a:t>
            </a:r>
            <a:r>
              <a:rPr lang="en-US" altLang="en-US" b="1" dirty="0" smtClean="0">
                <a:latin typeface="Arial" panose="020B0604020202020204" pitchFamily="34" charset="0"/>
              </a:rPr>
              <a:t>possible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lvl="0"/>
            <a:r>
              <a:rPr lang="en-US" altLang="en-US" dirty="0" smtClean="0">
                <a:latin typeface="Arial" panose="020B0604020202020204" pitchFamily="34" charset="0"/>
              </a:rPr>
              <a:t>Skin Thickness </a:t>
            </a:r>
            <a:r>
              <a:rPr lang="en-US" altLang="en-US" dirty="0">
                <a:latin typeface="Arial" panose="020B0604020202020204" pitchFamily="34" charset="0"/>
              </a:rPr>
              <a:t>= 0 → </a:t>
            </a:r>
            <a:r>
              <a:rPr lang="en-US" altLang="en-US" b="1" dirty="0">
                <a:latin typeface="Arial" panose="020B0604020202020204" pitchFamily="34" charset="0"/>
              </a:rPr>
              <a:t>invalid </a:t>
            </a:r>
            <a:r>
              <a:rPr lang="en-US" altLang="en-US" b="1" dirty="0" smtClean="0">
                <a:latin typeface="Arial" panose="020B0604020202020204" pitchFamily="34" charset="0"/>
              </a:rPr>
              <a:t>measurement</a:t>
            </a:r>
          </a:p>
          <a:p>
            <a:pPr lvl="0"/>
            <a:r>
              <a:rPr lang="en-US" altLang="en-US" dirty="0" smtClean="0">
                <a:latin typeface="Arial" panose="020B0604020202020204" pitchFamily="34" charset="0"/>
              </a:rPr>
              <a:t>Represent missing values</a:t>
            </a:r>
          </a:p>
          <a:p>
            <a:pPr marL="0" lvl="0" indent="0"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1" r="36917"/>
          <a:stretch/>
        </p:blipFill>
        <p:spPr>
          <a:xfrm>
            <a:off x="7773987" y="1421870"/>
            <a:ext cx="4350279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4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POTENTIAL OUTLIERS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9429" y="1825625"/>
            <a:ext cx="83931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5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VISUALIZE RAW DATA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432" y="1305335"/>
            <a:ext cx="7900801" cy="5489695"/>
          </a:xfrm>
        </p:spPr>
      </p:pic>
    </p:spTree>
    <p:extLst>
      <p:ext uri="{BB962C8B-B14F-4D97-AF65-F5344CB8AC3E}">
        <p14:creationId xmlns:p14="http://schemas.microsoft.com/office/powerpoint/2010/main" val="391993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068" y="228485"/>
            <a:ext cx="7904824" cy="6325246"/>
          </a:xfrm>
        </p:spPr>
      </p:pic>
    </p:spTree>
    <p:extLst>
      <p:ext uri="{BB962C8B-B14F-4D97-AF65-F5344CB8AC3E}">
        <p14:creationId xmlns:p14="http://schemas.microsoft.com/office/powerpoint/2010/main" val="217730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67" y="114123"/>
            <a:ext cx="7273633" cy="6625874"/>
          </a:xfrm>
        </p:spPr>
      </p:pic>
    </p:spTree>
    <p:extLst>
      <p:ext uri="{BB962C8B-B14F-4D97-AF65-F5344CB8AC3E}">
        <p14:creationId xmlns:p14="http://schemas.microsoft.com/office/powerpoint/2010/main" val="358120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82288"/>
            <a:ext cx="8230452" cy="5989939"/>
          </a:xfrm>
        </p:spPr>
      </p:pic>
    </p:spTree>
    <p:extLst>
      <p:ext uri="{BB962C8B-B14F-4D97-AF65-F5344CB8AC3E}">
        <p14:creationId xmlns:p14="http://schemas.microsoft.com/office/powerpoint/2010/main" val="161002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DATA PREPROCESS TARGET IMPUTATION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434" y="1365624"/>
            <a:ext cx="10515600" cy="12835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234" y="2691187"/>
            <a:ext cx="3278427" cy="38364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34" y="2888161"/>
            <a:ext cx="6368559" cy="330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3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PRINCIPAL COMPONENT ANALYSIS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4920" y="3386137"/>
            <a:ext cx="9190567" cy="8157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920" y="1414462"/>
            <a:ext cx="8429625" cy="1971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604" y="4201903"/>
            <a:ext cx="8506255" cy="233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2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FEATURE DROP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400" y="1365861"/>
            <a:ext cx="6256545" cy="488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3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FEATURE SCALING</a:t>
            </a:r>
            <a:endParaRPr lang="en-US" b="1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532" y="1328469"/>
            <a:ext cx="8677670" cy="2226208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728133" y="34264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TRAIN TEST SPLIT</a:t>
            </a:r>
            <a:endParaRPr lang="en-US" b="1" dirty="0"/>
          </a:p>
        </p:txBody>
      </p:sp>
      <p:pic>
        <p:nvPicPr>
          <p:cNvPr id="11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4675189"/>
            <a:ext cx="10515600" cy="82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09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MODEL TRAINING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475" y="1477434"/>
            <a:ext cx="8589680" cy="18607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475" y="3747487"/>
            <a:ext cx="8617614" cy="263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4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LOGISTIC REGRESSION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1167" y="1321620"/>
            <a:ext cx="7303618" cy="510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7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KNN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8767" y="1280060"/>
            <a:ext cx="7410454" cy="52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9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SVM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5568" y="1245524"/>
            <a:ext cx="7729438" cy="51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5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SAMPLE TEST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979" y="1641740"/>
            <a:ext cx="5898622" cy="41506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433" y="1641740"/>
            <a:ext cx="5274733" cy="415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2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COMPARATIVE ANALYSIS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8"/>
          <a:stretch/>
        </p:blipFill>
        <p:spPr>
          <a:xfrm>
            <a:off x="2281766" y="1328737"/>
            <a:ext cx="7624799" cy="51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84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133" y="23812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MSE ERROR ANALYSIS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8333" y="1255222"/>
            <a:ext cx="7670816" cy="508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47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2735792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b="1" dirty="0" smtClean="0"/>
              <a:t>THANK YOU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403114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142</Words>
  <Application>Microsoft Office PowerPoint</Application>
  <PresentationFormat>Widescreen</PresentationFormat>
  <Paragraphs>43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DIABETES PREDICTION SYSTEM</vt:lpstr>
      <vt:lpstr>BACKGROUND</vt:lpstr>
      <vt:lpstr>TABLE PREDIABETIC &amp; TYPE 2</vt:lpstr>
      <vt:lpstr>Exploratory Data Analysis</vt:lpstr>
      <vt:lpstr>HEAD</vt:lpstr>
      <vt:lpstr>SUMMARY</vt:lpstr>
      <vt:lpstr>NATURE OF DATA</vt:lpstr>
      <vt:lpstr>CRITICAL CHALLENGES</vt:lpstr>
      <vt:lpstr>POTENTIAL OUTLIERS</vt:lpstr>
      <vt:lpstr>VISUALIZE RAW DATA</vt:lpstr>
      <vt:lpstr>PowerPoint Presentation</vt:lpstr>
      <vt:lpstr>PowerPoint Presentation</vt:lpstr>
      <vt:lpstr>PowerPoint Presentation</vt:lpstr>
      <vt:lpstr>DATA PREPROCESS TARGET IMPUTATION</vt:lpstr>
      <vt:lpstr>PRINCIPAL COMPONENT ANALYSIS</vt:lpstr>
      <vt:lpstr>FEATURE DROP</vt:lpstr>
      <vt:lpstr>FEATURE SCALING</vt:lpstr>
      <vt:lpstr>MODEL TRAINING</vt:lpstr>
      <vt:lpstr>LOGISTIC REGRESSION</vt:lpstr>
      <vt:lpstr>KNN</vt:lpstr>
      <vt:lpstr>SVM</vt:lpstr>
      <vt:lpstr>SAMPLE TEST</vt:lpstr>
      <vt:lpstr>COMPARATIVE ANALYSIS</vt:lpstr>
      <vt:lpstr>MSE ERROR 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 SYSTEM</dc:title>
  <dc:creator>dell</dc:creator>
  <cp:lastModifiedBy>dell</cp:lastModifiedBy>
  <cp:revision>25</cp:revision>
  <dcterms:created xsi:type="dcterms:W3CDTF">2026-01-05T21:43:01Z</dcterms:created>
  <dcterms:modified xsi:type="dcterms:W3CDTF">2026-01-06T11:32:43Z</dcterms:modified>
</cp:coreProperties>
</file>